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81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6866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7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Roslyn Feedback</a:t>
            </a:r>
            <a:endParaRPr lang="en-US" sz="3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Triage Automation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Intelligent Read-Only Triage Assistant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3840480"/>
            <a:ext cx="1828800" cy="45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March 2026  |  VS Code + Copilot Agent + MCP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14400" y="1188720"/>
            <a:ext cx="164592" cy="164592"/>
          </a:xfrm>
          <a:prstGeom prst="ellipse">
            <a:avLst/>
          </a:prstGeom>
          <a:solidFill>
            <a:srgbClr val="D134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80160" y="10972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triage of VS feedback items is time-consuming and repetitive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1847088"/>
            <a:ext cx="164592" cy="164592"/>
          </a:xfrm>
          <a:prstGeom prst="ellipse">
            <a:avLst/>
          </a:prstGeom>
          <a:solidFill>
            <a:srgbClr val="D134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80160" y="1755648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item requires searching across Azure DevOps, Developer Community, and GitHub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2505456"/>
            <a:ext cx="164592" cy="164592"/>
          </a:xfrm>
          <a:prstGeom prst="ellipse">
            <a:avLst/>
          </a:prstGeom>
          <a:solidFill>
            <a:srgbClr val="D134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80160" y="2414016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Finding the responsible code and related PRs in the Roslyn repo is tedious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3163824"/>
            <a:ext cx="164592" cy="164592"/>
          </a:xfrm>
          <a:prstGeom prst="ellipse">
            <a:avLst/>
          </a:prstGeom>
          <a:solidFill>
            <a:srgbClr val="D134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80160" y="3072384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Classifying items as Roslyn vs. non-Roslyn requires domain knowledge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822192"/>
            <a:ext cx="164592" cy="164592"/>
          </a:xfrm>
          <a:prstGeom prst="ellipse">
            <a:avLst/>
          </a:prstGeom>
          <a:solidFill>
            <a:srgbClr val="D134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80160" y="3730752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single tool connects all these data sources today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Solution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VS Code Copilot Agent + Azure DevOps MCP Server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1371600" cy="502920"/>
          </a:xfrm>
          <a:prstGeom prst="roundRect">
            <a:avLst>
              <a:gd name="adj" fmla="val 18182"/>
            </a:avLst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Read-Only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0" y="1645920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gathers intelligence only — human makes all triage decisions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468880"/>
            <a:ext cx="1371600" cy="502920"/>
          </a:xfrm>
          <a:prstGeom prst="roundRect">
            <a:avLst>
              <a:gd name="adj" fmla="val 18182"/>
            </a:avLst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24688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Multi-Source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0" y="2468880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Searches Azure DevOps, GitHub, Developer Community, and local code simultaneously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291840"/>
            <a:ext cx="1371600" cy="502920"/>
          </a:xfrm>
          <a:prstGeom prst="roundRect">
            <a:avLst>
              <a:gd name="adj" fmla="val 18182"/>
            </a:avLst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32918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Automated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0" y="3291840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Say "@triage-intel triage first 10 items" and get structured intel reports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4114800"/>
            <a:ext cx="1371600" cy="502920"/>
          </a:xfrm>
          <a:prstGeom prst="roundRect">
            <a:avLst>
              <a:gd name="adj" fmla="val 18182"/>
            </a:avLst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41148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Secure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86000" y="4114800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customer diagnostic data processed — PII protection built-in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0" y="1097280"/>
            <a:ext cx="4023360" cy="1097280"/>
          </a:xfrm>
          <a:prstGeom prst="roundRect">
            <a:avLst>
              <a:gd name="adj" fmla="val 12500"/>
            </a:avLst>
          </a:prstGeom>
          <a:solidFill>
            <a:srgbClr val="0078D4"/>
          </a:solidFill>
          <a:ln/>
          <a:effectLst>
            <a:outerShdw blurRad="76200" dist="25400" dir="16200000" algn="bl" rotWithShape="0">
              <a:srgbClr val="999999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0" y="109728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VS Code Copilot Agent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(triage-intel)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2926080"/>
            <a:ext cx="2011680" cy="822960"/>
          </a:xfrm>
          <a:prstGeom prst="roundRect">
            <a:avLst>
              <a:gd name="adj" fmla="val 11111"/>
            </a:avLst>
          </a:prstGeom>
          <a:solidFill>
            <a:srgbClr val="FF8C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29260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Azure DevOps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MCP Server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280160" y="2194560"/>
            <a:ext cx="0" cy="731520"/>
          </a:xfrm>
          <a:prstGeom prst="line">
            <a:avLst/>
          </a:prstGeom>
          <a:noFill/>
          <a:ln w="19050">
            <a:solidFill>
              <a:srgbClr val="99999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468880" y="2926080"/>
            <a:ext cx="2011680" cy="822960"/>
          </a:xfrm>
          <a:prstGeom prst="roundRect">
            <a:avLst>
              <a:gd name="adj" fmla="val 11111"/>
            </a:avLst>
          </a:prstGeom>
          <a:solidFill>
            <a:srgbClr val="107C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68880" y="29260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GitHub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MCP Server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0" y="2194560"/>
            <a:ext cx="0" cy="731520"/>
          </a:xfrm>
          <a:prstGeom prst="line">
            <a:avLst/>
          </a:prstGeom>
          <a:noFill/>
          <a:ln w="19050">
            <a:solidFill>
              <a:srgbClr val="99999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63440" y="2926080"/>
            <a:ext cx="2011680" cy="822960"/>
          </a:xfrm>
          <a:prstGeom prst="roundRect">
            <a:avLst>
              <a:gd name="adj" fmla="val 11111"/>
            </a:avLst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63440" y="29260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Developer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Community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0" y="2194560"/>
            <a:ext cx="0" cy="731520"/>
          </a:xfrm>
          <a:prstGeom prst="line">
            <a:avLst/>
          </a:prstGeom>
          <a:noFill/>
          <a:ln w="19050">
            <a:solidFill>
              <a:srgbClr val="99999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858000" y="2926080"/>
            <a:ext cx="2011680" cy="822960"/>
          </a:xfrm>
          <a:prstGeom prst="roundRect">
            <a:avLst>
              <a:gd name="adj" fmla="val 11111"/>
            </a:avLst>
          </a:prstGeom>
          <a:solidFill>
            <a:srgbClr val="003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0" y="29260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Local Roslyn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Workspace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63840" y="2194560"/>
            <a:ext cx="0" cy="731520"/>
          </a:xfrm>
          <a:prstGeom prst="line">
            <a:avLst/>
          </a:prstGeom>
          <a:noFill/>
          <a:ln w="19050">
            <a:solidFill>
              <a:srgbClr val="99999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38862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API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(Read-Only PAT)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468880" y="38862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Issues, PRs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63440" y="38862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Similar Reports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Search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58000" y="38862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Search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 log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Agent Capabilities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7C1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the Agent CAN Do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work item metadata from Azure DevOps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75564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7556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Developer Community for similar feedback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13969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13969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GitHub for related issues and PRs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52374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252374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Roslyn source code for relevant files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90779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29077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git history for related commits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2918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3291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Classify feedback (Roslyn vs. non-Roslyn)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67588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36758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Suggest area path for transfers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05993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405993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 structured intel reports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914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134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the Agent CANNOT Do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54880" y="137160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134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2064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Update work items in Azure DevOps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175564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134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120640" y="17556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Download customer attachments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213969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134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120640" y="213969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ETL, dump files, or screenshots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252374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134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120640" y="252374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or modify GitHub issues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54880" y="290779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134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120640" y="29077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Assign work items to people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54880" y="32918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134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120640" y="3291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 or resolve feedback items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Triage Workflow (Per Item)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411480" cy="41148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0058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8C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FETCH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0" y="10058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work item metadata from Azure DevOps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37260" y="1417320"/>
            <a:ext cx="0" cy="118872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1536192"/>
            <a:ext cx="411480" cy="41148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15361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153619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SEARCH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1536192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Developer Community for similar reports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37260" y="1947672"/>
            <a:ext cx="0" cy="118872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31520" y="2066544"/>
            <a:ext cx="411480" cy="411480"/>
          </a:xfrm>
          <a:prstGeom prst="ellipse">
            <a:avLst/>
          </a:prstGeom>
          <a:solidFill>
            <a:srgbClr val="107C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206654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2066544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7C1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SEARCH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0" y="2066544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dotnet/roslyn for related issues &amp; PRs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37260" y="2478024"/>
            <a:ext cx="0" cy="118872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31520" y="2596896"/>
            <a:ext cx="411480" cy="411480"/>
          </a:xfrm>
          <a:prstGeom prst="ellipse">
            <a:avLst/>
          </a:prstGeom>
          <a:solidFill>
            <a:srgbClr val="003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" y="25968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2596896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3C7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CLASSIFY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43200" y="2596896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Roslyn area or transfer to another team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37260" y="3008376"/>
            <a:ext cx="0" cy="118872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31520" y="3127248"/>
            <a:ext cx="411480" cy="41148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31520" y="31272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71600" y="312724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CODE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743200" y="3127248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 responsible source files in Roslyn repo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37260" y="3538728"/>
            <a:ext cx="0" cy="118872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31520" y="3657600"/>
            <a:ext cx="411480" cy="41148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31520" y="3657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371600" y="36576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8C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HISTORY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0" y="365760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 related PRs and commit authors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37260" y="4069080"/>
            <a:ext cx="0" cy="118872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31520" y="4187952"/>
            <a:ext cx="411480" cy="411480"/>
          </a:xfrm>
          <a:prstGeom prst="ellipse">
            <a:avLst/>
          </a:prstGeom>
          <a:solidFill>
            <a:srgbClr val="107C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31520" y="41879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371600" y="418795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7C1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REPORT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743200" y="4187952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Compile structured intel for human reviewer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D134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PII &amp; Customer Data Protection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196596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Data Type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Risk Level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Agent Access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C7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Title / Description / Repro Steps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07C1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07C1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 Allowed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Area Path / State / Tags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07C1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07C1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 Allowed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Customer Screenshots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8C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D1343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✗  Blocked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ETL Trace Files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8C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D1343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✗  Blocked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Dump Files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D1343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Critical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D1343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✗  Blocked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3C7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Key Protection Measures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356616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107C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22960" y="3520440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Read-only PAT — no write access to Azure DevOps, even if token is compromised</a:t>
            </a:r>
            <a:endParaRPr lang="en-US" sz="1000" dirty="0"/>
          </a:p>
        </p:txBody>
      </p:sp>
      <p:sp>
        <p:nvSpPr>
          <p:cNvPr id="4" name="Shape 5"/>
          <p:cNvSpPr/>
          <p:nvPr/>
        </p:nvSpPr>
        <p:spPr>
          <a:xfrm>
            <a:off x="457200" y="3913632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107C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22960" y="386791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attachment endpoints — MCP server never calls the attachments API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4261104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107C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22960" y="4215384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 allowlist — only safe metadata fields are returned to the agent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4608576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107C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22960" y="4562856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PII scrubbing — optional stripping of emails and names from text fields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" y="4956048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107C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22960" y="4910328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processing — all code search runs on developer machine only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We Need to Build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F3F3F3"/>
          </a:solidFill>
          <a:ln w="25400">
            <a:solidFill>
              <a:srgbClr val="FF8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228600" cy="777240"/>
          </a:xfrm>
          <a:prstGeom prst="roundRect">
            <a:avLst>
              <a:gd name="adj" fmla="val 20000"/>
            </a:avLst>
          </a:prstGeom>
          <a:solidFill>
            <a:srgbClr val="FF8C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Azure DevOps MCP Server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4630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Lightweight Node.js/TypeScript server wrapping Azure DevOps REST API with field filtering and PII scrubbing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132320" y="128016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FF8C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132320" y="12801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~300–400 lines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F3F3F3"/>
          </a:solidFill>
          <a:ln w="254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0080" y="2423160"/>
            <a:ext cx="228600" cy="777240"/>
          </a:xfrm>
          <a:prstGeom prst="roundRect">
            <a:avLst>
              <a:gd name="adj" fmla="val 20000"/>
            </a:avLst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97280" y="2377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Triage Intel Agent Definition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27432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markdown file defining workflow, classification rules, area mappings, and output templates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32320" y="256032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132320" y="25603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~100 lines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F3F3F3"/>
          </a:solidFill>
          <a:ln w="25400">
            <a:solidFill>
              <a:srgbClr val="107C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0080" y="3703320"/>
            <a:ext cx="228600" cy="777240"/>
          </a:xfrm>
          <a:prstGeom prst="roundRect">
            <a:avLst>
              <a:gd name="adj" fmla="val 20000"/>
            </a:avLst>
          </a:prstGeom>
          <a:solidFill>
            <a:srgbClr val="107C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97280" y="3657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VS Code MCP Configuration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40233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server registration in VS Code settings connecting PAT and target org/project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132320" y="384048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107C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32320" y="3840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~15 lines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7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14400" y="1463040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54480" y="14630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 a read-only PAT on devdiv.visualstudio.com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103120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210312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the Azure DevOps MCP Server (~300 lines TypeScript)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2743200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2743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54480" y="274320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the triage-intel agent definition file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3383280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" y="3383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338328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Register the MCP server in VS Code settings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4400" y="4023360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4023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402336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on 3–5 real feedback items interactively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14400" y="4663440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4400" y="4663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54480" y="46634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Iterate on classification rules and search quality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596</Words>
  <Application>Microsoft Office PowerPoint</Application>
  <PresentationFormat>On-screen Show (16:9)</PresentationFormat>
  <Paragraphs>149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Roslyn Feedback Triage Automation</dc:title>
  <dc:subject>Automation Plan Overview</dc:subject>
  <dc:creator>Roslyn Triage Team</dc:creator>
  <cp:lastModifiedBy>Deepak Rathore (ALLYIS INC)</cp:lastModifiedBy>
  <cp:revision>2</cp:revision>
  <dcterms:created xsi:type="dcterms:W3CDTF">2026-03-31T11:37:45Z</dcterms:created>
  <dcterms:modified xsi:type="dcterms:W3CDTF">2026-03-31T12:06:19Z</dcterms:modified>
</cp:coreProperties>
</file>